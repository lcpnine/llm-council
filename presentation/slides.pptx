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Abstract / Motivation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Datasets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System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Baselines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Evaluation 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Platform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Main Results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Ablation Study &amp; Agent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Statistical Significance &amp; Qualitative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Conclusion &amp;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Adversarial Debate for Ambiguous Biomedical QA</dc:title>
  <dc:subject>PptxGenJS Presentation</dc:subject>
  <dc:creator>Created by Marp</dc:creator>
  <cp:lastModifiedBy>Created by Marp</cp:lastModifiedBy>
  <cp:revision>1</cp:revision>
  <dcterms:created xsi:type="dcterms:W3CDTF">2026-04-15T17:37:56Z</dcterms:created>
  <dcterms:modified xsi:type="dcterms:W3CDTF">2026-04-15T17:37:56Z</dcterms:modified>
</cp:coreProperties>
</file>